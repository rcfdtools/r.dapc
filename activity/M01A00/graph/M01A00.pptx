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1B7B-4200-5636-8DBE-488A69F5D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8AB39-47CA-39C7-C8C9-8DF50F6E3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CAF6E-BAEC-71F4-4133-3BC93045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BD62-549A-7B70-88EB-BBEDE10D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EF9D4-DD76-23A3-3E8F-9913CB6C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409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19FC7-8398-ABBE-CF04-F1FC472B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FB634-8CEB-5E1A-871F-3256C92EC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5CA04-9612-CC32-56BD-035745FD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9AF98-A08B-3332-725E-3A997CE33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FC64F-1E03-07E2-14E2-6C34D1D3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280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6F13-7C63-4781-EAE1-4CAA17CB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0600A-238A-E083-CA96-C65A7B92D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D4D32-60F9-D633-939B-DAC31FBA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5937A-7B9E-CFDC-E59F-8CDD1DC80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A56AC-ADDC-5A9B-CC6E-0DF9E071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621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2479-2646-A30A-D5CE-5608AD34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BCA3C-7E17-348E-DEEA-C9F575C037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7B1C1-F5BD-628A-E6A2-AF027E7D2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795AF-DD22-B286-74BF-F65C45D0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438E5-E54A-EEBB-C87A-5BEBA24B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AD4BF-FA10-BA38-5545-ADBFE0FA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820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7A49-5C6D-5231-4B6D-58583918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09A51-5ED1-19B0-739B-316A12E6F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690C2-2030-241C-B2E9-DB3524057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5BC2E1-DAE9-E2E6-9EC1-51C5D7337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AEF51-8B06-4A25-1B28-CA54185FD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DA0224-B845-DC8E-4DD1-8410752F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064DE-F389-1E95-1850-263C0CD35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40A69-CF90-7D7D-8CAA-4D02FFF2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942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44DC-9D93-B9F6-7246-9E87115D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E9432-12FC-E21A-158A-D27BFBBA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CFC31-28EE-EA52-0043-EC4CA0C3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41671-262B-C98F-BB30-DAF8DE700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773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B085AB-E53A-8D80-D4B6-CC7957ED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41E4D-7020-33D2-E0DD-EE962902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118C6-562B-0F7D-89EB-683DA421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77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06C9-31D5-825C-C5E1-4B7216D6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7E3E-9E65-0F5D-C012-3C2AF9B7C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4A7DC-236E-D6AA-006B-3F9F34A27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F78C2-0DA3-4360-FDC8-E0F3FACE1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0CA88-0222-849E-7677-E9025D45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77F90-13B4-B1C7-96D3-0D358D78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809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401B-F1E6-1C5D-F114-A340F7958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AE32F-AA86-208F-A853-3A664B66E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407E0-F663-4254-6773-9967BDA85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8AE61-DFEA-9182-4ADA-CFDDF6120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4F906-CCAF-A6F4-7345-449FAA77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E15D4-C542-0C96-8A25-C09304CC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437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11F2-509D-E96D-3225-80AB0C9D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BCC3E-2C26-A404-426B-3B5F4851A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10BB-DE8B-8E90-68F3-FB0E02257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D9AA2-F4A5-46A5-82A8-2A2A843D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6C716-2148-47E3-13E7-B581FDFB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348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75FE18-0FC9-1C7C-1D9E-109413CA7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FDDAA-9347-F136-9654-43F8E44C8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0E4EC-82F9-3FD1-5C00-0965E6AC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E4F0C-C1CE-4494-4C2D-B7A12435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EFEC9-7EFB-C14B-0177-4ACFE1E9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795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19729-5B0B-4462-33EC-1161CAF5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08EA5-51D8-AB28-0F30-D044EA21A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3C5AB-09C2-A239-68C2-B54E2DD0B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F7688-C033-4462-B1D3-DE182D1E0399}" type="datetimeFigureOut">
              <a:rPr lang="es-CO" smtClean="0"/>
              <a:t>23/06/2025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D840A-D6F6-29A9-5CDB-249A9DFF3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1B6B7-023D-740F-ACAD-D52BC4B5F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9A765-0C2B-4337-B2BE-A3AC60D3393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804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mouse drawing on a white background&#10;&#10;AI-generated content may be incorrect.">
            <a:extLst>
              <a:ext uri="{FF2B5EF4-FFF2-40B4-BE49-F238E27FC236}">
                <a16:creationId xmlns:a16="http://schemas.microsoft.com/office/drawing/2014/main" id="{2D341EEC-37AA-E228-985F-7B92407AE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313">
                        <a14:foregroundMark x1="56458" y1="26458" x2="72031" y2="20365"/>
                        <a14:foregroundMark x1="72031" y1="20365" x2="80052" y2="21563"/>
                        <a14:foregroundMark x1="80052" y1="21563" x2="86771" y2="28333"/>
                        <a14:foregroundMark x1="86771" y1="28333" x2="88928" y2="46564"/>
                        <a14:foregroundMark x1="89354" y1="62083" x2="87344" y2="70052"/>
                        <a14:foregroundMark x1="87344" y1="70052" x2="77519" y2="79634"/>
                        <a14:foregroundMark x1="70348" y1="80888" x2="63068" y2="78475"/>
                        <a14:foregroundMark x1="54599" y1="66850" x2="53730" y2="61773"/>
                        <a14:foregroundMark x1="55180" y1="40054" x2="57083" y2="26354"/>
                        <a14:backgroundMark x1="50729" y1="35052" x2="49583" y2="77969"/>
                        <a14:backgroundMark x1="53698" y1="46771" x2="54219" y2="51510"/>
                        <a14:backgroundMark x1="54219" y1="42135" x2="55208" y2="46771"/>
                        <a14:backgroundMark x1="54531" y1="40104" x2="54844" y2="44115"/>
                        <a14:backgroundMark x1="54948" y1="50938" x2="50885" y2="61771"/>
                        <a14:backgroundMark x1="53333" y1="59583" x2="53021" y2="61667"/>
                        <a14:backgroundMark x1="53802" y1="70781" x2="59062" y2="78490"/>
                        <a14:backgroundMark x1="72448" y1="83073" x2="77604" y2="81615"/>
                        <a14:backgroundMark x1="72552" y1="82135" x2="70365" y2="82500"/>
                        <a14:backgroundMark x1="77969" y1="80208" x2="71042" y2="82292"/>
                        <a14:backgroundMark x1="71042" y1="82292" x2="70990" y2="82292"/>
                        <a14:backgroundMark x1="60052" y1="77188" x2="62240" y2="79167"/>
                        <a14:backgroundMark x1="54271" y1="68698" x2="55573" y2="71302"/>
                        <a14:backgroundMark x1="54115" y1="67760" x2="54844" y2="69844"/>
                        <a14:backgroundMark x1="54271" y1="67396" x2="54740" y2="69010"/>
                        <a14:backgroundMark x1="54063" y1="66979" x2="54740" y2="69740"/>
                        <a14:backgroundMark x1="89635" y1="48073" x2="90677" y2="60052"/>
                        <a14:backgroundMark x1="88958" y1="49115" x2="90260" y2="47344"/>
                        <a14:backgroundMark x1="88802" y1="48490" x2="89844" y2="46719"/>
                        <a14:backgroundMark x1="89948" y1="59167" x2="89948" y2="62083"/>
                        <a14:backgroundMark x1="89896" y1="47031" x2="88698" y2="49323"/>
                        <a14:backgroundMark x1="89115" y1="46719" x2="89271" y2="48177"/>
                        <a14:backgroundMark x1="89219" y1="46510" x2="89115" y2="46875"/>
                        <a14:backgroundMark x1="8125" y1="20469" x2="22969" y2="12708"/>
                        <a14:backgroundMark x1="22969" y1="12708" x2="46302" y2="10521"/>
                        <a14:backgroundMark x1="46302" y1="10521" x2="51250" y2="23229"/>
                        <a14:backgroundMark x1="51250" y1="23229" x2="51042" y2="35729"/>
                        <a14:backgroundMark x1="51042" y1="38073" x2="40729" y2="82656"/>
                        <a14:backgroundMark x1="40729" y1="82656" x2="19063" y2="81667"/>
                        <a14:backgroundMark x1="19063" y1="81667" x2="6771" y2="48333"/>
                        <a14:backgroundMark x1="6771" y1="48333" x2="8698" y2="17865"/>
                        <a14:backgroundMark x1="8698" y1="17865" x2="25677" y2="15625"/>
                        <a14:backgroundMark x1="25677" y1="15625" x2="39531" y2="16771"/>
                        <a14:backgroundMark x1="39531" y1="16771" x2="47240" y2="22135"/>
                        <a14:backgroundMark x1="47240" y1="22135" x2="50729" y2="32240"/>
                        <a14:backgroundMark x1="50729" y1="32240" x2="50625" y2="407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852" t="16483" r="7037" b="17498"/>
          <a:stretch>
            <a:fillRect/>
          </a:stretch>
        </p:blipFill>
        <p:spPr>
          <a:xfrm>
            <a:off x="4686300" y="984250"/>
            <a:ext cx="2819400" cy="4527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3D0195-A147-5D30-384F-D2773F1FD943}"/>
              </a:ext>
            </a:extLst>
          </p:cNvPr>
          <p:cNvSpPr txBox="1"/>
          <p:nvPr/>
        </p:nvSpPr>
        <p:spPr>
          <a:xfrm>
            <a:off x="7227976" y="946090"/>
            <a:ext cx="2058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Encuadre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zoom</a:t>
            </a:r>
            <a:endParaRPr lang="es-CO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62E59-AFDD-B3BF-27FD-422A04F39468}"/>
              </a:ext>
            </a:extLst>
          </p:cNvPr>
          <p:cNvSpPr txBox="1"/>
          <p:nvPr/>
        </p:nvSpPr>
        <p:spPr>
          <a:xfrm>
            <a:off x="7391606" y="1635378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Menús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contextuales</a:t>
            </a:r>
            <a:endParaRPr lang="es-CO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049D2-E165-CF6C-D984-F0BE537CFC5C}"/>
              </a:ext>
            </a:extLst>
          </p:cNvPr>
          <p:cNvSpPr txBox="1"/>
          <p:nvPr/>
        </p:nvSpPr>
        <p:spPr>
          <a:xfrm>
            <a:off x="2319762" y="1148641"/>
            <a:ext cx="2262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Seleccionar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objetos</a:t>
            </a:r>
            <a:endParaRPr lang="es-CO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964418-BCCD-74E1-4E3F-F95515185516}"/>
              </a:ext>
            </a:extLst>
          </p:cNvPr>
          <p:cNvSpPr txBox="1"/>
          <p:nvPr/>
        </p:nvSpPr>
        <p:spPr>
          <a:xfrm>
            <a:off x="2371058" y="1835433"/>
            <a:ext cx="2210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Definir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ubicaciones</a:t>
            </a:r>
            <a:endParaRPr lang="es-CO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A30514-95E6-9007-E1DE-5D2438E391C4}"/>
              </a:ext>
            </a:extLst>
          </p:cNvPr>
          <p:cNvCxnSpPr>
            <a:cxnSpLocks/>
          </p:cNvCxnSpPr>
          <p:nvPr/>
        </p:nvCxnSpPr>
        <p:spPr>
          <a:xfrm>
            <a:off x="4578516" y="1443221"/>
            <a:ext cx="898259" cy="703213"/>
          </a:xfrm>
          <a:prstGeom prst="straightConnector1">
            <a:avLst/>
          </a:prstGeom>
          <a:ln w="28575">
            <a:headEnd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2BEC75-7D6D-5F4B-DF2B-9DFA29CEDB0E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581920" y="2035488"/>
            <a:ext cx="894855" cy="263346"/>
          </a:xfrm>
          <a:prstGeom prst="straightConnector1">
            <a:avLst/>
          </a:prstGeom>
          <a:ln w="28575">
            <a:headEnd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839C3C-24C8-B916-CCD7-A136962F5EF1}"/>
              </a:ext>
            </a:extLst>
          </p:cNvPr>
          <p:cNvCxnSpPr>
            <a:cxnSpLocks/>
          </p:cNvCxnSpPr>
          <p:nvPr/>
        </p:nvCxnSpPr>
        <p:spPr>
          <a:xfrm flipH="1">
            <a:off x="5983359" y="1144146"/>
            <a:ext cx="1244617" cy="746760"/>
          </a:xfrm>
          <a:prstGeom prst="straightConnector1">
            <a:avLst/>
          </a:prstGeom>
          <a:ln w="28575">
            <a:headEnd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C29755E-1F67-13A2-2848-274DE9476A47}"/>
              </a:ext>
            </a:extLst>
          </p:cNvPr>
          <p:cNvCxnSpPr>
            <a:cxnSpLocks/>
          </p:cNvCxnSpPr>
          <p:nvPr/>
        </p:nvCxnSpPr>
        <p:spPr>
          <a:xfrm flipH="1">
            <a:off x="6715227" y="1835433"/>
            <a:ext cx="676379" cy="68787"/>
          </a:xfrm>
          <a:prstGeom prst="straightConnector1">
            <a:avLst/>
          </a:prstGeom>
          <a:ln w="28575">
            <a:headEnd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03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M01A00</dc:title>
  <dc:creator>WILLIAM RICARDO AGUILAR PIÑA</dc:creator>
  <cp:lastModifiedBy>WILLIAM RICARDO AGUILAR PIÑA</cp:lastModifiedBy>
  <cp:revision>1</cp:revision>
  <dcterms:created xsi:type="dcterms:W3CDTF">2025-06-23T17:11:40Z</dcterms:created>
  <dcterms:modified xsi:type="dcterms:W3CDTF">2025-06-23T17:23:38Z</dcterms:modified>
</cp:coreProperties>
</file>